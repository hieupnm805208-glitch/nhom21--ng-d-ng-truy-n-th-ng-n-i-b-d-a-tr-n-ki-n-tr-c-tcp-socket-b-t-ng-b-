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8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18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6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4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3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2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0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68" algn="l" defTabSz="91421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8080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marL="457246" indent="0" algn="ctr">
              <a:buNone/>
              <a:defRPr sz="2000"/>
            </a:lvl2pPr>
            <a:lvl3pPr marL="914492" indent="0" algn="ctr">
              <a:buNone/>
              <a:defRPr sz="1800"/>
            </a:lvl3pPr>
            <a:lvl4pPr marL="1371738" indent="0" algn="ctr">
              <a:buNone/>
              <a:defRPr sz="1600"/>
            </a:lvl4pPr>
            <a:lvl5pPr marL="1828983" indent="0" algn="ctr">
              <a:buNone/>
              <a:defRPr sz="1600"/>
            </a:lvl5pPr>
            <a:lvl6pPr marL="2286228" indent="0" algn="ctr">
              <a:buNone/>
              <a:defRPr sz="1600"/>
            </a:lvl6pPr>
            <a:lvl7pPr marL="2743475" indent="0" algn="ctr">
              <a:buNone/>
              <a:defRPr sz="1600"/>
            </a:lvl7pPr>
            <a:lvl8pPr marL="3200720" indent="0" algn="ctr">
              <a:buNone/>
              <a:defRPr sz="1600"/>
            </a:lvl8pPr>
            <a:lvl9pPr marL="365796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0687-F0A6-4844-9D0E-4A71047B582E}" type="datetime1">
              <a:rPr lang="en-GB" smtClean="0"/>
              <a:t>02/12/2023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007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5848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E0BBC2-331D-455A-8F34-6CACAAA7B272}" type="datetime1">
              <a:rPr lang="en-GB" smtClean="0"/>
              <a:pPr/>
              <a:t>02/12/2023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A3D6EC1-CEF0-44B9-AC69-1554EEB371D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42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4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9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73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9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22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4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7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9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96F3C-EA11-4B8E-A5D6-898715DAA61A}" type="datetime1">
              <a:rPr lang="en-GB" smtClean="0"/>
              <a:t>02/12/2023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3709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808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95130"/>
            <a:ext cx="5181600" cy="40818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95129"/>
            <a:ext cx="5181600" cy="40818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42CF6-A011-4145-8138-B18222BE784F}" type="datetime1">
              <a:rPr lang="en-GB" smtClean="0"/>
              <a:t>02/12/2023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01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1857375"/>
            <a:ext cx="5157787" cy="6477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46" indent="0">
              <a:buNone/>
              <a:defRPr sz="2000" b="1"/>
            </a:lvl2pPr>
            <a:lvl3pPr marL="914492" indent="0">
              <a:buNone/>
              <a:defRPr sz="1800" b="1"/>
            </a:lvl3pPr>
            <a:lvl4pPr marL="1371738" indent="0">
              <a:buNone/>
              <a:defRPr sz="1600" b="1"/>
            </a:lvl4pPr>
            <a:lvl5pPr marL="1828983" indent="0">
              <a:buNone/>
              <a:defRPr sz="1600" b="1"/>
            </a:lvl5pPr>
            <a:lvl6pPr marL="2286228" indent="0">
              <a:buNone/>
              <a:defRPr sz="1600" b="1"/>
            </a:lvl6pPr>
            <a:lvl7pPr marL="2743475" indent="0">
              <a:buNone/>
              <a:defRPr sz="1600" b="1"/>
            </a:lvl7pPr>
            <a:lvl8pPr marL="3200720" indent="0">
              <a:buNone/>
              <a:defRPr sz="1600" b="1"/>
            </a:lvl8pPr>
            <a:lvl9pPr marL="365796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857375"/>
            <a:ext cx="5183188" cy="6477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46" indent="0">
              <a:buNone/>
              <a:defRPr sz="2000" b="1"/>
            </a:lvl2pPr>
            <a:lvl3pPr marL="914492" indent="0">
              <a:buNone/>
              <a:defRPr sz="1800" b="1"/>
            </a:lvl3pPr>
            <a:lvl4pPr marL="1371738" indent="0">
              <a:buNone/>
              <a:defRPr sz="1600" b="1"/>
            </a:lvl4pPr>
            <a:lvl5pPr marL="1828983" indent="0">
              <a:buNone/>
              <a:defRPr sz="1600" b="1"/>
            </a:lvl5pPr>
            <a:lvl6pPr marL="2286228" indent="0">
              <a:buNone/>
              <a:defRPr sz="1600" b="1"/>
            </a:lvl6pPr>
            <a:lvl7pPr marL="2743475" indent="0">
              <a:buNone/>
              <a:defRPr sz="1600" b="1"/>
            </a:lvl7pPr>
            <a:lvl8pPr marL="3200720" indent="0">
              <a:buNone/>
              <a:defRPr sz="1600" b="1"/>
            </a:lvl8pPr>
            <a:lvl9pPr marL="365796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6141-2144-4216-A5D8-625EEC9D46A7}" type="datetime1">
              <a:rPr lang="en-GB" smtClean="0"/>
              <a:t>02/12/2023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357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31884-8841-474E-B980-3663B77BB24B}" type="datetime1">
              <a:rPr lang="en-GB" smtClean="0"/>
              <a:t>02/12/2023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90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E740A-6F50-4770-9109-746EC93EBE8F}" type="datetime1">
              <a:rPr lang="en-GB" smtClean="0"/>
              <a:t>02/12/2023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01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987428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46" indent="0">
              <a:buNone/>
              <a:defRPr sz="1400"/>
            </a:lvl2pPr>
            <a:lvl3pPr marL="914492" indent="0">
              <a:buNone/>
              <a:defRPr sz="1200"/>
            </a:lvl3pPr>
            <a:lvl4pPr marL="1371738" indent="0">
              <a:buNone/>
              <a:defRPr sz="1000"/>
            </a:lvl4pPr>
            <a:lvl5pPr marL="1828983" indent="0">
              <a:buNone/>
              <a:defRPr sz="1000"/>
            </a:lvl5pPr>
            <a:lvl6pPr marL="2286228" indent="0">
              <a:buNone/>
              <a:defRPr sz="1000"/>
            </a:lvl6pPr>
            <a:lvl7pPr marL="2743475" indent="0">
              <a:buNone/>
              <a:defRPr sz="1000"/>
            </a:lvl7pPr>
            <a:lvl8pPr marL="3200720" indent="0">
              <a:buNone/>
              <a:defRPr sz="1000"/>
            </a:lvl8pPr>
            <a:lvl9pPr marL="365796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33542-D7FF-4C5D-BCD1-FC068661ADB1}" type="datetime1">
              <a:rPr lang="en-GB" smtClean="0"/>
              <a:t>02/12/2023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82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46" indent="0">
              <a:buNone/>
              <a:defRPr sz="2800"/>
            </a:lvl2pPr>
            <a:lvl3pPr marL="914492" indent="0">
              <a:buNone/>
              <a:defRPr sz="2400"/>
            </a:lvl3pPr>
            <a:lvl4pPr marL="1371738" indent="0">
              <a:buNone/>
              <a:defRPr sz="2000"/>
            </a:lvl4pPr>
            <a:lvl5pPr marL="1828983" indent="0">
              <a:buNone/>
              <a:defRPr sz="2000"/>
            </a:lvl5pPr>
            <a:lvl6pPr marL="2286228" indent="0">
              <a:buNone/>
              <a:defRPr sz="2000"/>
            </a:lvl6pPr>
            <a:lvl7pPr marL="2743475" indent="0">
              <a:buNone/>
              <a:defRPr sz="2000"/>
            </a:lvl7pPr>
            <a:lvl8pPr marL="3200720" indent="0">
              <a:buNone/>
              <a:defRPr sz="2000"/>
            </a:lvl8pPr>
            <a:lvl9pPr marL="3657966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46" indent="0">
              <a:buNone/>
              <a:defRPr sz="1400"/>
            </a:lvl2pPr>
            <a:lvl3pPr marL="914492" indent="0">
              <a:buNone/>
              <a:defRPr sz="1200"/>
            </a:lvl3pPr>
            <a:lvl4pPr marL="1371738" indent="0">
              <a:buNone/>
              <a:defRPr sz="1000"/>
            </a:lvl4pPr>
            <a:lvl5pPr marL="1828983" indent="0">
              <a:buNone/>
              <a:defRPr sz="1000"/>
            </a:lvl5pPr>
            <a:lvl6pPr marL="2286228" indent="0">
              <a:buNone/>
              <a:defRPr sz="1000"/>
            </a:lvl6pPr>
            <a:lvl7pPr marL="2743475" indent="0">
              <a:buNone/>
              <a:defRPr sz="1000"/>
            </a:lvl7pPr>
            <a:lvl8pPr marL="3200720" indent="0">
              <a:buNone/>
              <a:defRPr sz="1000"/>
            </a:lvl8pPr>
            <a:lvl9pPr marL="365796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0A37-54E1-46AB-854A-7F4CAEAC5932}" type="datetime1">
              <a:rPr lang="en-GB" smtClean="0"/>
              <a:t>02/12/2023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9903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13F3-5CA4-464A-A58E-B619976AB19A}" type="datetime1">
              <a:rPr lang="en-GB" smtClean="0"/>
              <a:t>02/12/2023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026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203B-5407-419A-8A7D-10870893C35F}" type="datetime1">
              <a:rPr lang="en-GB" smtClean="0"/>
              <a:t>02/12/2023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12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228232"/>
            <a:ext cx="10515600" cy="767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75030"/>
            <a:ext cx="10515600" cy="4001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C18046E-BA9B-4548-A8AC-F9F2F702B23B}" type="datetime1">
              <a:rPr lang="en-GB" smtClean="0"/>
              <a:pPr/>
              <a:t>02/12/2023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C00000"/>
                </a:solidFill>
              </a:defRPr>
            </a:lvl1pPr>
          </a:lstStyle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A3D6EC1-CEF0-44B9-AC69-1554EEB371D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F9058A-D643-E990-0257-69C3B7F9EF2C}"/>
              </a:ext>
            </a:extLst>
          </p:cNvPr>
          <p:cNvSpPr txBox="1">
            <a:spLocks/>
          </p:cNvSpPr>
          <p:nvPr/>
        </p:nvSpPr>
        <p:spPr>
          <a:xfrm>
            <a:off x="5344358" y="228539"/>
            <a:ext cx="6847642" cy="689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2400" b="1">
                <a:solidFill>
                  <a:srgbClr val="008080"/>
                </a:solidFill>
              </a:rPr>
              <a:t>TRƯỜNG ĐẠI HỌC GIAO THÔNG VẬN TẢI </a:t>
            </a:r>
            <a:br>
              <a:rPr lang="en-US" sz="2400" b="1">
                <a:solidFill>
                  <a:srgbClr val="008080"/>
                </a:solidFill>
              </a:rPr>
            </a:br>
            <a:r>
              <a:rPr lang="en-US" sz="2400" b="1">
                <a:solidFill>
                  <a:srgbClr val="008080"/>
                </a:solidFill>
              </a:rPr>
              <a:t>THÀNH PHỐ HỒ CHÍ MINH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760992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9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5848B"/>
          </a:solidFill>
          <a:latin typeface="Segoe UI Black" panose="020B0A02040204020203" pitchFamily="34" charset="0"/>
          <a:ea typeface="Segoe UI Black" panose="020B0A02040204020203" pitchFamily="34" charset="0"/>
          <a:cs typeface="Times New Roman" panose="02020603050405020304" pitchFamily="18" charset="0"/>
        </a:defRPr>
      </a:lvl1pPr>
    </p:titleStyle>
    <p:bodyStyle>
      <a:lvl1pPr marL="228623" indent="-228623" algn="l" defTabSz="91449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68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114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360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606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852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98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343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588" indent="-228623" algn="l" defTabSz="91449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46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92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38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83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28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75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720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66" algn="l" defTabSz="91449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70CCA-C90C-CE8D-F0C7-73B95E34FD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11F040-CD63-F1A5-C1E9-D30A4E44C0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74397"/>
      </p:ext>
    </p:extLst>
  </p:cSld>
  <p:clrMapOvr>
    <a:masterClrMapping/>
  </p:clrMapOvr>
</p:sld>
</file>

<file path=ppt/theme/theme1.xml><?xml version="1.0" encoding="utf-8"?>
<a:theme xmlns:a="http://schemas.openxmlformats.org/drawingml/2006/main" name="UTH-Slide-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TH-Slide-Theme" id="{2763F190-FCB6-4FC7-BA38-A1E39173AA87}" vid="{E1D9DFA4-F8AD-4E2F-9982-D367BC00A6B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UTH-Slide-Theme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 Black</vt:lpstr>
      <vt:lpstr>Times New Roman</vt:lpstr>
      <vt:lpstr>UTH-Slide-Theme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TG - Bùi Dương Thế - 2001201093</dc:creator>
  <cp:lastModifiedBy>TG - Bùi Dương Thế - 2001201093</cp:lastModifiedBy>
  <cp:revision>1</cp:revision>
  <dcterms:created xsi:type="dcterms:W3CDTF">2023-12-02T15:32:41Z</dcterms:created>
  <dcterms:modified xsi:type="dcterms:W3CDTF">2023-12-02T15:33:00Z</dcterms:modified>
</cp:coreProperties>
</file>